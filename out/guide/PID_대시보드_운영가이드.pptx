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247d271-c456-8972-61af-96ad06e27bec}">
          <p14:sldIdLst>
            <p14:sldId id="256"/>
          </p14:sldIdLst>
        </p14:section>
        <p14:section name="구조" id="{63d62f39-4e3b-38b0-5d9d-e5c955276992}">
          <p14:sldIdLst>
            <p14:sldId id="257"/>
          </p14:sldIdLst>
        </p14:section>
        <p14:section name="1 켜기" id="{4bebc15e-0baa-59ae-1fda-41c3e8224648}">
          <p14:sldIdLst>
            <p14:sldId id="258"/>
            <p14:sldId id="259"/>
          </p14:sldIdLst>
        </p14:section>
        <p14:section name="2 고치고 미리보기" id="{d027cb25-16c6-8ef5-7208-fd30f51a0ebf}">
          <p14:sldIdLst>
            <p14:sldId id="260"/>
            <p14:sldId id="261"/>
            <p14:sldId id="262"/>
            <p14:sldId id="263"/>
          </p14:sldIdLst>
        </p14:section>
        <p14:section name="3 반영" id="{96154112-6134-a388-cf10-0a615024b936}">
          <p14:sldIdLst>
            <p14:sldId id="264"/>
            <p14:sldId id="265"/>
          </p14:sldIdLst>
        </p14:section>
        <p14:section name="마무리" id="{c8ef5b33-68c7-3543-8ecc-b0fcebb4019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문서는 부서장 PC 한 대에서 대시보드와 P&amp;ID 분석 서버를 운영하고, VS Code 의 Claude Code 로 고친 뒤 반영하는 순서를 정리한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P&amp;ID · 대시보드 운영 가이드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P&amp;ID · 대시보드 운영 가이드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켜기  ·  고치고 미리보기  ·  운영에 반영하기</a:t>
            </a:r>
            <a:endParaRPr lang="en-US" sz="2000" dirty="0"/>
          </a:p>
        </p:txBody>
      </p:sp>
      <p:sp>
        <p:nvSpPr>
          <p:cNvPr id="4" name="port 8080"/>
          <p:cNvSpPr/>
          <p:nvPr/>
        </p:nvSpPr>
        <p:spPr>
          <a:xfrm>
            <a:off x="731520" y="49377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A3870"/>
          </a:solidFill>
          <a:ln w="25400">
            <a:solidFill>
              <a:srgbClr val="E896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대시보드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포트 8080</a:t>
            </a:r>
            <a:endParaRPr lang="en-US" sz="1400" dirty="0"/>
          </a:p>
        </p:txBody>
      </p:sp>
      <p:sp>
        <p:nvSpPr>
          <p:cNvPr id="6" name="port 8000"/>
          <p:cNvSpPr/>
          <p:nvPr/>
        </p:nvSpPr>
        <p:spPr>
          <a:xfrm>
            <a:off x="3474720" y="49377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A3870"/>
          </a:solidFill>
          <a:ln w="25400">
            <a:solidFill>
              <a:srgbClr val="2B4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P&amp;ID 운영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포트 8000</a:t>
            </a:r>
            <a:endParaRPr lang="en-US" sz="1400" dirty="0"/>
          </a:p>
        </p:txBody>
      </p:sp>
      <p:sp>
        <p:nvSpPr>
          <p:cNvPr id="8" name="port 8001"/>
          <p:cNvSpPr/>
          <p:nvPr/>
        </p:nvSpPr>
        <p:spPr>
          <a:xfrm>
            <a:off x="6217920" y="49377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A3870"/>
          </a:solidFill>
          <a:ln w="25400">
            <a:solidFill>
              <a:srgbClr val="168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P&amp;ID 개발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포트 8001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한눈에 보기 — 폴더 셋, 서버 셋</a:t>
            </a:r>
            <a:endParaRPr lang="en-US" sz="3200" dirty="0"/>
          </a:p>
        </p:txBody>
      </p:sp>
      <p:sp>
        <p:nvSpPr>
          <p:cNvPr id="3" name="대시보드"/>
          <p:cNvSpPr/>
          <p:nvPr/>
        </p:nvSpPr>
        <p:spPr>
          <a:xfrm>
            <a:off x="548640" y="137160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E8960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5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E8960C"/>
                </a:solidFill>
              </a:rPr>
              <a:t>대시보드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C:\Claude\계장ENG그룹 주간업무 Dashboard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70"/>
                </a:solidFill>
              </a:rPr>
              <a:t>포트 8080 · 부서원 전체</a:t>
            </a:r>
            <a:endParaRPr lang="en-US" sz="2200" dirty="0"/>
          </a:p>
        </p:txBody>
      </p:sp>
      <p:sp>
        <p:nvSpPr>
          <p:cNvPr id="5" name="P&amp;ID 운영"/>
          <p:cNvSpPr/>
          <p:nvPr/>
        </p:nvSpPr>
        <p:spPr>
          <a:xfrm>
            <a:off x="548640" y="393192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2B44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5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931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B44C9"/>
                </a:solidFill>
              </a:rPr>
              <a:t>P&amp;ID 운영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C:\Claude\PID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70"/>
                </a:solidFill>
              </a:rPr>
              <a:t>포트 8000 · 대시보드가 띄움</a:t>
            </a:r>
            <a:endParaRPr lang="en-US" sz="2200" dirty="0"/>
          </a:p>
        </p:txBody>
      </p:sp>
      <p:sp>
        <p:nvSpPr>
          <p:cNvPr id="7" name="P&amp;ID 개발"/>
          <p:cNvSpPr/>
          <p:nvPr/>
        </p:nvSpPr>
        <p:spPr>
          <a:xfrm>
            <a:off x="6949440" y="393192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68A5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5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23760" y="3931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68A5C"/>
                </a:solidFill>
              </a:rPr>
              <a:t>P&amp;ID 개발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C:\Claude\PID_dev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70"/>
                </a:solidFill>
              </a:rPr>
              <a:t>포트 8001 · 이 PC 에서만</a:t>
            </a:r>
            <a:endParaRPr lang="en-US" sz="2200" dirty="0"/>
          </a:p>
        </p:txBody>
      </p:sp>
      <p:sp>
        <p:nvSpPr>
          <p:cNvPr id="9" name="iframe arrow"/>
          <p:cNvSpPr/>
          <p:nvPr/>
        </p:nvSpPr>
        <p:spPr>
          <a:xfrm>
            <a:off x="2880360" y="3200400"/>
            <a:ext cx="0" cy="731520"/>
          </a:xfrm>
          <a:prstGeom prst="line">
            <a:avLst/>
          </a:prstGeom>
          <a:noFill/>
          <a:ln w="25400">
            <a:solidFill>
              <a:srgbClr val="1E2A5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0632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470"/>
                </a:solidFill>
              </a:rPr>
              <a:t>iframe 으로 띄움</a:t>
            </a:r>
            <a:endParaRPr lang="en-US" sz="1300" dirty="0"/>
          </a:p>
        </p:txBody>
      </p:sp>
      <p:sp>
        <p:nvSpPr>
          <p:cNvPr id="11" name="deploy arrow"/>
          <p:cNvSpPr/>
          <p:nvPr/>
        </p:nvSpPr>
        <p:spPr>
          <a:xfrm>
            <a:off x="5303520" y="4846320"/>
            <a:ext cx="1600200" cy="0"/>
          </a:xfrm>
          <a:prstGeom prst="line">
            <a:avLst/>
          </a:prstGeom>
          <a:noFill/>
          <a:ln w="25400">
            <a:solidFill>
              <a:srgbClr val="1E2A5A"/>
            </a:solidFill>
            <a:prstDash val="solid"/>
            <a:head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303520" y="4983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470"/>
                </a:solidFill>
              </a:rPr>
              <a:t>확인 끝나면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470"/>
                </a:solidFill>
              </a:rPr>
              <a:t>운영에 반영</a:t>
            </a:r>
            <a:endParaRPr lang="en-US" sz="1300" dirty="0"/>
          </a:p>
        </p:txBody>
      </p:sp>
      <p:sp>
        <p:nvSpPr>
          <p:cNvPr id="13" name="note box"/>
          <p:cNvSpPr/>
          <p:nvPr/>
        </p:nvSpPr>
        <p:spPr>
          <a:xfrm>
            <a:off x="6949440" y="1463040"/>
            <a:ext cx="4663440" cy="1645920"/>
          </a:xfrm>
          <a:prstGeom prst="roundRect">
            <a:avLst>
              <a:gd name="adj" fmla="val 444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14630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고치는 곳은 PID_dev, 부서원이 보는 곳은 PID — 둘은 저절로 연결되지 않습니다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① 매일 켜기 — PC 를 켜면 두 서버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89888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PC 켜고 로그인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P&amp;ID 서버 창(PID server - LAN port 8000)이 저절로 뜹니다. 닫지 말고 최소화</a:t>
            </a:r>
            <a:endParaRPr lang="en-US" sz="1700" dirty="0"/>
          </a:p>
        </p:txBody>
      </p:sp>
      <p:sp>
        <p:nvSpPr>
          <p:cNvPr id="6" name="badge 2"/>
          <p:cNvSpPr/>
          <p:nvPr/>
        </p:nvSpPr>
        <p:spPr>
          <a:xfrm>
            <a:off x="548640" y="278892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15768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대시보드 서버 켜기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C:\Claude\계장ENG그룹 주간업무 Dashboard 의 start_server.bat 더블클릭</a:t>
            </a:r>
            <a:endParaRPr lang="en-US" sz="1700" dirty="0"/>
          </a:p>
        </p:txBody>
      </p:sp>
      <p:sp>
        <p:nvSpPr>
          <p:cNvPr id="9" name="badge 3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041648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브라우저로 열기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이 PC: http://localhost:8080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부서원: http://65.3.30.234:8080</a:t>
            </a:r>
            <a:endParaRPr lang="en-US" sz="1700" dirty="0"/>
          </a:p>
        </p:txBody>
      </p:sp>
      <p:sp>
        <p:nvSpPr>
          <p:cNvPr id="12" name="image frame"/>
          <p:cNvSpPr/>
          <p:nvPr/>
        </p:nvSpPr>
        <p:spPr>
          <a:xfrm>
            <a:off x="5797296" y="1408176"/>
            <a:ext cx="5870448" cy="3258922"/>
          </a:xfrm>
          <a:prstGeom prst="roundRect">
            <a:avLst>
              <a:gd name="adj" fmla="val 2806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pic>
        <p:nvPicPr>
          <p:cNvPr id="13" name="windows.png" descr="/tmp/claude-0/-home-user-AI-P-ID-Extraction-tool/bb9fc5fb-8dbb-5734-af54-510e6c1324fb/scratchpad/deck/img/wind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63040"/>
            <a:ext cx="5760720" cy="3149194"/>
          </a:xfrm>
          <a:prstGeom prst="rect">
            <a:avLst/>
          </a:prstGeom>
        </p:spPr>
      </p:pic>
      <p:sp>
        <p:nvSpPr>
          <p:cNvPr id="14" name="note box"/>
          <p:cNvSpPr/>
          <p:nvPr/>
        </p:nvSpPr>
        <p:spPr>
          <a:xfrm>
            <a:off x="548640" y="553212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532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서버 창 두 개가 떠 있는 동안만 부서원이 접속할 수 있습니다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켜졌는지 확인 · 안 될 때</a:t>
            </a:r>
            <a:endParaRPr lang="en-US" sz="3200" dirty="0"/>
          </a:p>
        </p:txBody>
      </p:sp>
      <p:sp>
        <p:nvSpPr>
          <p:cNvPr id="3" name="check 1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4" name="dot 1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417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확인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417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470"/>
                </a:solidFill>
              </a:rPr>
              <a:t>http://localhost:8000 → P&amp;ID 첫 화면, 오른쪽 아래 '업데이트 hotfix54'</a:t>
            </a:r>
            <a:endParaRPr lang="en-US" sz="1500" dirty="0"/>
          </a:p>
        </p:txBody>
      </p:sp>
      <p:sp>
        <p:nvSpPr>
          <p:cNvPr id="7" name="check 2"/>
          <p:cNvSpPr/>
          <p:nvPr/>
        </p:nvSpPr>
        <p:spPr>
          <a:xfrm>
            <a:off x="548640" y="23591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8" name="dot 2"/>
          <p:cNvSpPr/>
          <p:nvPr/>
        </p:nvSpPr>
        <p:spPr>
          <a:xfrm>
            <a:off x="731520" y="2542032"/>
            <a:ext cx="411480" cy="411480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확인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5915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470"/>
                </a:solidFill>
              </a:rPr>
              <a:t>대시보드 → 입찰/실행 → P&amp;ID 분석 → 안에 P&amp;ID 화면이 뜸</a:t>
            </a:r>
            <a:endParaRPr lang="en-US" sz="1500" dirty="0"/>
          </a:p>
        </p:txBody>
      </p:sp>
      <p:sp>
        <p:nvSpPr>
          <p:cNvPr id="11" name="check 3"/>
          <p:cNvSpPr/>
          <p:nvPr/>
        </p:nvSpPr>
        <p:spPr>
          <a:xfrm>
            <a:off x="548640" y="33009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2" name="dot 3"/>
          <p:cNvSpPr/>
          <p:nvPr/>
        </p:nvSpPr>
        <p:spPr>
          <a:xfrm>
            <a:off x="731520" y="3483864"/>
            <a:ext cx="411480" cy="411480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30098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로딩만 돌 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300984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470"/>
                </a:solidFill>
              </a:rPr>
              <a:t>서버 창을 마우스로 눌러 '선택' 모드가 된 것 — 그 창을 누르고 Esc</a:t>
            </a:r>
            <a:endParaRPr lang="en-US" sz="1500" dirty="0"/>
          </a:p>
        </p:txBody>
      </p:sp>
      <p:sp>
        <p:nvSpPr>
          <p:cNvPr id="15" name="check 4"/>
          <p:cNvSpPr/>
          <p:nvPr/>
        </p:nvSpPr>
        <p:spPr>
          <a:xfrm>
            <a:off x="548640" y="42428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6" name="dot 4"/>
          <p:cNvSpPr/>
          <p:nvPr/>
        </p:nvSpPr>
        <p:spPr>
          <a:xfrm>
            <a:off x="731520" y="4425696"/>
            <a:ext cx="411480" cy="411480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24281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화면이 옛것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242816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470"/>
                </a:solidFill>
              </a:rPr>
              <a:t>브라우저에서 Ctrl+F5 (강력 새로고침)</a:t>
            </a:r>
            <a:endParaRPr lang="en-US" sz="1500" dirty="0"/>
          </a:p>
        </p:txBody>
      </p:sp>
      <p:sp>
        <p:nvSpPr>
          <p:cNvPr id="19" name="check 5"/>
          <p:cNvSpPr/>
          <p:nvPr/>
        </p:nvSpPr>
        <p:spPr>
          <a:xfrm>
            <a:off x="548640" y="51846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0" name="dot 5"/>
          <p:cNvSpPr/>
          <p:nvPr/>
        </p:nvSpPr>
        <p:spPr>
          <a:xfrm>
            <a:off x="731520" y="5367528"/>
            <a:ext cx="411480" cy="411480"/>
          </a:xfrm>
          <a:prstGeom prst="ellipse">
            <a:avLst/>
          </a:prstGeom>
          <a:solidFill>
            <a:srgbClr val="D63A2F"/>
          </a:solidFill>
          <a:ln w="12700">
            <a:solidFill>
              <a:srgbClr val="D63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51846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8"/>
                </a:solidFill>
              </a:rPr>
              <a:t>안 열릴 때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1846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470"/>
                </a:solidFill>
              </a:rPr>
              <a:t>P&amp;ID 서버 창에 'Server stopped' 가 떴는지 보고 그 화면을 사진으로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② VS Code 창 두 개 — 프로젝트마다 하나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4416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File → New Window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VS Code 창을 하나 더 엽니다 (Ctrl+Shift+N)</a:t>
            </a:r>
            <a:endParaRPr lang="en-US" sz="1700" dirty="0"/>
          </a:p>
        </p:txBody>
      </p:sp>
      <p:sp>
        <p:nvSpPr>
          <p:cNvPr id="6" name="badge 2"/>
          <p:cNvSpPr/>
          <p:nvPr/>
        </p:nvSpPr>
        <p:spPr>
          <a:xfrm>
            <a:off x="548640" y="246888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39572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File → Open Folder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대시보드 창은 C:\Claude\계장ENG그룹 주간업무 Dashboard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P&amp;ID 창은 C:\Claude\PID_dev</a:t>
            </a:r>
            <a:endParaRPr lang="en-US" sz="1700" dirty="0"/>
          </a:p>
        </p:txBody>
      </p:sp>
      <p:sp>
        <p:nvSpPr>
          <p:cNvPr id="9" name="badge 3"/>
          <p:cNvSpPr/>
          <p:nvPr/>
        </p:nvSpPr>
        <p:spPr>
          <a:xfrm>
            <a:off x="548640" y="352044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4728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Trust 누르기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노란 제한 모드 줄 → Manage → Trust. 그래야 Claude 가 켜집니다</a:t>
            </a:r>
            <a:endParaRPr lang="en-US" sz="1700" dirty="0"/>
          </a:p>
        </p:txBody>
      </p:sp>
      <p:sp>
        <p:nvSpPr>
          <p:cNvPr id="12" name="badge 4"/>
          <p:cNvSpPr/>
          <p:nvPr/>
        </p:nvSpPr>
        <p:spPr>
          <a:xfrm>
            <a:off x="548640" y="457200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9884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Claude 아이콘 또는 Ctrl+Esc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오른쪽에 Claude Code 패널. 각 창의 Claude 는 자기 폴더만 봅니다</a:t>
            </a:r>
            <a:endParaRPr lang="en-US" sz="1700" dirty="0"/>
          </a:p>
        </p:txBody>
      </p:sp>
      <p:sp>
        <p:nvSpPr>
          <p:cNvPr id="15" name="image frame"/>
          <p:cNvSpPr/>
          <p:nvPr/>
        </p:nvSpPr>
        <p:spPr>
          <a:xfrm>
            <a:off x="6437376" y="1408176"/>
            <a:ext cx="5230368" cy="1291414"/>
          </a:xfrm>
          <a:prstGeom prst="roundRect">
            <a:avLst>
              <a:gd name="adj" fmla="val 708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pic>
        <p:nvPicPr>
          <p:cNvPr id="16" name="trust.png" descr="/tmp/claude-0/-home-user-AI-P-ID-Extraction-tool/bb9fc5fb-8dbb-5734-af54-510e6c1324fb/scratchpad/deck/img/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120640" cy="1181686"/>
          </a:xfrm>
          <a:prstGeom prst="rect">
            <a:avLst/>
          </a:prstGeom>
        </p:spPr>
      </p:pic>
      <p:sp>
        <p:nvSpPr>
          <p:cNvPr id="17" name="note box"/>
          <p:cNvSpPr/>
          <p:nvPr/>
        </p:nvSpPr>
        <p:spPr>
          <a:xfrm>
            <a:off x="6492240" y="29718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2971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3A2F"/>
                </a:solidFill>
              </a:rPr>
              <a:t>운영 폴더 C:\Claude\PID 는 어느 창에서도 열지 않습니다</a:t>
            </a:r>
            <a:endParaRPr lang="en-US" sz="1400" dirty="0"/>
          </a:p>
        </p:txBody>
      </p:sp>
      <p:sp>
        <p:nvSpPr>
          <p:cNvPr id="19" name="note box"/>
          <p:cNvSpPr/>
          <p:nvPr/>
        </p:nvSpPr>
        <p:spPr>
          <a:xfrm>
            <a:off x="6492240" y="3886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작업 표시줄의 VS Code 아이콘 또는 Alt+Tab 으로 두 창을 오갑니다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대시보드 — 고치고 미리보기</a:t>
            </a:r>
            <a:endParaRPr lang="en-US" sz="3200" dirty="0"/>
          </a:p>
        </p:txBody>
      </p:sp>
      <p:sp>
        <p:nvSpPr>
          <p:cNvPr id="3" name="image frame"/>
          <p:cNvSpPr/>
          <p:nvPr/>
        </p:nvSpPr>
        <p:spPr>
          <a:xfrm>
            <a:off x="493776" y="1362456"/>
            <a:ext cx="6876288" cy="3989222"/>
          </a:xfrm>
          <a:prstGeom prst="roundRect">
            <a:avLst>
              <a:gd name="adj" fmla="val 2292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pic>
        <p:nvPicPr>
          <p:cNvPr id="4" name="vs_dashboard.png" descr="/tmp/claude-0/-home-user-AI-P-ID-Extraction-tool/bb9fc5fb-8dbb-5734-af54-510e6c1324fb/scratchpad/deck/img/vs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879494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7680960" y="146304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38988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Claude 에게 요청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오른쪽 패널에 바꿀 내용을 적습니다</a:t>
            </a:r>
            <a:endParaRPr lang="en-US" sz="1700" dirty="0"/>
          </a:p>
        </p:txBody>
      </p:sp>
      <p:sp>
        <p:nvSpPr>
          <p:cNvPr id="8" name="badge 2"/>
          <p:cNvSpPr/>
          <p:nvPr/>
        </p:nvSpPr>
        <p:spPr>
          <a:xfrm>
            <a:off x="7680960" y="265176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57860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Simple Browser 열기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Ctrl+Shift+P → Simple Browser: Show → http://localhost:8080</a:t>
            </a:r>
            <a:endParaRPr lang="en-US" sz="1700" dirty="0"/>
          </a:p>
        </p:txBody>
      </p:sp>
      <p:sp>
        <p:nvSpPr>
          <p:cNvPr id="11" name="badge 3"/>
          <p:cNvSpPr/>
          <p:nvPr/>
        </p:nvSpPr>
        <p:spPr>
          <a:xfrm>
            <a:off x="7680960" y="384048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76732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새로고침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고친 결과가 보입니다</a:t>
            </a:r>
            <a:endParaRPr lang="en-US" sz="1700" dirty="0"/>
          </a:p>
        </p:txBody>
      </p:sp>
      <p:sp>
        <p:nvSpPr>
          <p:cNvPr id="14" name="note box"/>
          <p:cNvSpPr/>
          <p:nvPr/>
        </p:nvSpPr>
        <p:spPr>
          <a:xfrm>
            <a:off x="7680960" y="50749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3A2F"/>
                </a:solidFill>
              </a:rPr>
              <a:t>대시보드 폴더는 운영 그 자체 — 저장하면 부서원 화면에도 바로 나갑니다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P&amp;ID — PID_dev 에서 고치고 미리보기</a:t>
            </a:r>
            <a:endParaRPr lang="en-US" sz="3200" dirty="0"/>
          </a:p>
        </p:txBody>
      </p:sp>
      <p:sp>
        <p:nvSpPr>
          <p:cNvPr id="3" name="image frame"/>
          <p:cNvSpPr/>
          <p:nvPr/>
        </p:nvSpPr>
        <p:spPr>
          <a:xfrm>
            <a:off x="493776" y="1362456"/>
            <a:ext cx="6876288" cy="3989222"/>
          </a:xfrm>
          <a:prstGeom prst="roundRect">
            <a:avLst>
              <a:gd name="adj" fmla="val 2292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pic>
        <p:nvPicPr>
          <p:cNvPr id="4" name="vs_piddev.png" descr="/tmp/claude-0/-home-user-AI-P-ID-Extraction-tool/bb9fc5fb-8dbb-5734-af54-510e6c1324fb/scratchpad/deck/img/vs_pidd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879494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7680960" y="1463040"/>
            <a:ext cx="438912" cy="438912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38988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개발 서버 켜기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Terminal → New Terminal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$env:PYTHONUTF8=1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.\start.bat 8001</a:t>
            </a:r>
            <a:endParaRPr lang="en-US" sz="1700" dirty="0"/>
          </a:p>
        </p:txBody>
      </p:sp>
      <p:sp>
        <p:nvSpPr>
          <p:cNvPr id="8" name="badge 2"/>
          <p:cNvSpPr/>
          <p:nvPr/>
        </p:nvSpPr>
        <p:spPr>
          <a:xfrm>
            <a:off x="7680960" y="2788920"/>
            <a:ext cx="438912" cy="438912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71576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Simple Browser 열기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http://127.0.0.1:8001</a:t>
            </a:r>
            <a:endParaRPr lang="en-US" sz="1700" dirty="0"/>
          </a:p>
        </p:txBody>
      </p:sp>
      <p:sp>
        <p:nvSpPr>
          <p:cNvPr id="11" name="badge 3"/>
          <p:cNvSpPr/>
          <p:nvPr/>
        </p:nvSpPr>
        <p:spPr>
          <a:xfrm>
            <a:off x="7680960" y="4114800"/>
            <a:ext cx="438912" cy="438912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041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새로고침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코드가 바뀌면 서버가 저절로 다시 켜집니다</a:t>
            </a:r>
            <a:endParaRPr lang="en-US" sz="1700" dirty="0"/>
          </a:p>
        </p:txBody>
      </p:sp>
      <p:sp>
        <p:nvSpPr>
          <p:cNvPr id="14" name="note box"/>
          <p:cNvSpPr/>
          <p:nvPr/>
        </p:nvSpPr>
        <p:spPr>
          <a:xfrm>
            <a:off x="7680960" y="50749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5074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Claude 가 고치는 중에는 잠깐 끊길 수 있습니다 (CONNECTION_RESET) — 몇 초 뒤 새로고침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어느 화면이 무엇을 보나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37744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주소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보여 주는 폴더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누가 보나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PID_dev 수정이 보이나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localhost:8080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대시보드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부서원 전체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아니요 (P&amp;ID 칸은 8000 을 띄움)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localhost:8000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C:\Claude\PID (운영)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부서원 · 대시보드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아니요 — 운영 반영 뒤에만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127.0.0.1:8001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C:\Claude\PID_dev (개발)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이 PC 의 나만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8"/>
                          </a:solidFill>
                        </a:rPr>
                        <a:t>예 — 새로고침하면 바로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 box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대시보드 안에서 개발 중인 P&amp;ID 를 보고 싶다면: 대시보드 Claude 에게 '?pid=8001 이 붙으면 127.0.0.1:8001 을 띄우게 해라' 라고 시킵니다 (부서원 화면은 그대로)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③ P&amp;ID 를 운영에 반영 — 네 단계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2B44C9"/>
          </a:solidFill>
          <a:ln w="12700">
            <a:solidFill>
              <a:srgbClr val="2B44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441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서버 창 닫기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'PID server - LAN port 8000' 창의 X 로 닫기 (잠시 P&amp;ID 가 멈춤)</a:t>
            </a:r>
            <a:endParaRPr lang="en-US" sz="1700" dirty="0"/>
          </a:p>
        </p:txBody>
      </p:sp>
      <p:sp>
        <p:nvSpPr>
          <p:cNvPr id="6" name="badge 2"/>
          <p:cNvSpPr/>
          <p:nvPr/>
        </p:nvSpPr>
        <p:spPr>
          <a:xfrm>
            <a:off x="548640" y="2514600"/>
            <a:ext cx="438912" cy="438912"/>
          </a:xfrm>
          <a:prstGeom prst="ellipse">
            <a:avLst/>
          </a:prstGeom>
          <a:solidFill>
            <a:srgbClr val="2B44C9"/>
          </a:solidFill>
          <a:ln w="12700">
            <a:solidFill>
              <a:srgbClr val="2B4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41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코드만 복사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명령 창에 robocopy 한 줄 (오른쪽) — 실패 0 확인</a:t>
            </a:r>
            <a:endParaRPr lang="en-US" sz="1700" dirty="0"/>
          </a:p>
        </p:txBody>
      </p:sp>
      <p:sp>
        <p:nvSpPr>
          <p:cNvPr id="9" name="badge 3"/>
          <p:cNvSpPr/>
          <p:nvPr/>
        </p:nvSpPr>
        <p:spPr>
          <a:xfrm>
            <a:off x="548640" y="3611880"/>
            <a:ext cx="438912" cy="438912"/>
          </a:xfrm>
          <a:prstGeom prst="ellipse">
            <a:avLst/>
          </a:prstGeom>
          <a:solidFill>
            <a:srgbClr val="2B44C9"/>
          </a:solidFill>
          <a:ln w="12700">
            <a:solidFill>
              <a:srgbClr val="2B44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387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서버 다시 켜기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C:\Claude\PID\run_lan_service.bat 더블클릭</a:t>
            </a:r>
            <a:endParaRPr lang="en-US" sz="1700" dirty="0"/>
          </a:p>
        </p:txBody>
      </p:sp>
      <p:sp>
        <p:nvSpPr>
          <p:cNvPr id="12" name="badge 4"/>
          <p:cNvSpPr/>
          <p:nvPr/>
        </p:nvSpPr>
        <p:spPr>
          <a:xfrm>
            <a:off x="548640" y="4709160"/>
            <a:ext cx="438912" cy="438912"/>
          </a:xfrm>
          <a:prstGeom prst="ellipse">
            <a:avLst/>
          </a:prstGeom>
          <a:solidFill>
            <a:srgbClr val="2B44C9"/>
          </a:solidFill>
          <a:ln w="12700">
            <a:solidFill>
              <a:srgbClr val="2B44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6360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238"/>
                </a:solidFill>
              </a:rPr>
              <a:t>확인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4A5470"/>
                </a:solidFill>
              </a:rPr>
              <a:t>대시보드에서 Ctrl+F5 → 오른쪽 아래 업데이트 표시</a:t>
            </a:r>
            <a:endParaRPr lang="en-US" sz="1700" dirty="0"/>
          </a:p>
        </p:txBody>
      </p:sp>
      <p:sp>
        <p:nvSpPr>
          <p:cNvPr id="15" name="image frame"/>
          <p:cNvSpPr/>
          <p:nvPr/>
        </p:nvSpPr>
        <p:spPr>
          <a:xfrm>
            <a:off x="5248656" y="1408176"/>
            <a:ext cx="6419088" cy="2453205"/>
          </a:xfrm>
          <a:prstGeom prst="roundRect">
            <a:avLst>
              <a:gd name="adj" fmla="val 372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pic>
        <p:nvPicPr>
          <p:cNvPr id="16" name="deploy.png" descr="/tmp/claude-0/-home-user-AI-P-ID-Extraction-tool/bb9fc5fb-8dbb-5734-af54-510e6c1324fb/scratchpad/deck/img/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463040"/>
            <a:ext cx="6309360" cy="2343477"/>
          </a:xfrm>
          <a:prstGeom prst="rect">
            <a:avLst/>
          </a:prstGeom>
        </p:spPr>
      </p:pic>
      <p:sp>
        <p:nvSpPr>
          <p:cNvPr id="17" name="note box"/>
          <p:cNvSpPr/>
          <p:nvPr/>
        </p:nvSpPr>
        <p:spPr>
          <a:xfrm>
            <a:off x="5303520" y="402336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4023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3A2F"/>
                </a:solidFill>
              </a:rPr>
              <a:t>/MIR 은 쓰지 않습니다 · app\_data(분석 기록)는 복사하지 않습니다 — 명령에 이미 빠져 있습니다</a:t>
            </a:r>
            <a:endParaRPr lang="en-US" sz="1400" dirty="0"/>
          </a:p>
        </p:txBody>
      </p:sp>
      <p:sp>
        <p:nvSpPr>
          <p:cNvPr id="19" name="note box"/>
          <p:cNvSpPr/>
          <p:nvPr/>
        </p:nvSpPr>
        <p:spPr>
          <a:xfrm>
            <a:off x="5303520" y="4983480"/>
            <a:ext cx="6309360" cy="822960"/>
          </a:xfrm>
          <a:prstGeom prst="roundRect">
            <a:avLst>
              <a:gd name="adj" fmla="val 888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0" y="4983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A"/>
                </a:solidFill>
              </a:rPr>
              <a:t>가장 쉬운 방법: PID_dev 의 Claude 에게 '운영에 반영해' — 순서를 안내합니다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대시보드 반영</a:t>
            </a:r>
            <a:endParaRPr lang="en-US" sz="3200" dirty="0"/>
          </a:p>
        </p:txBody>
      </p:sp>
      <p:sp>
        <p:nvSpPr>
          <p:cNvPr id="3" name="dashboard.html 등 화면 파일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6F8FC"/>
          </a:solidFill>
          <a:ln w="31750">
            <a:solidFill>
              <a:srgbClr val="168A5C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68680" y="1737360"/>
            <a:ext cx="438912" cy="438912"/>
          </a:xfrm>
          <a:prstGeom prst="ellipse">
            <a:avLst/>
          </a:prstGeom>
          <a:solidFill>
            <a:srgbClr val="168A5C"/>
          </a:solidFill>
          <a:ln w="12700">
            <a:solidFill>
              <a:srgbClr val="168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B2238"/>
                </a:solidFill>
              </a:rPr>
              <a:t>dashboard.html 등 화면 파일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470"/>
                </a:solidFill>
              </a:rPr>
              <a:t>저장하면 끝 — 부서원은 Ctrl+F5 로 새 화면</a:t>
            </a:r>
            <a:endParaRPr lang="en-US" sz="1900" dirty="0"/>
          </a:p>
        </p:txBody>
      </p:sp>
      <p:sp>
        <p:nvSpPr>
          <p:cNvPr id="7" name="server.py 등 서버 코드"/>
          <p:cNvSpPr/>
          <p:nvPr/>
        </p:nvSpPr>
        <p:spPr>
          <a:xfrm>
            <a:off x="621792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6F8FC"/>
          </a:solidFill>
          <a:ln w="31750">
            <a:solidFill>
              <a:srgbClr val="E8960C"/>
            </a:solidFill>
            <a:prstDash val="solid"/>
          </a:ln>
        </p:spPr>
      </p:sp>
      <p:sp>
        <p:nvSpPr>
          <p:cNvPr id="8" name="badge 2"/>
          <p:cNvSpPr/>
          <p:nvPr/>
        </p:nvSpPr>
        <p:spPr>
          <a:xfrm>
            <a:off x="6537960" y="1737360"/>
            <a:ext cx="438912" cy="438912"/>
          </a:xfrm>
          <a:prstGeom prst="ellipse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B2238"/>
                </a:solidFill>
              </a:rPr>
              <a:t>server.py 등 서버 코드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470"/>
                </a:solidFill>
              </a:rPr>
              <a:t>대시보드 서버 창을 닫고 start_server.bat 다시 실행</a:t>
            </a:r>
            <a:endParaRPr lang="en-US" sz="1900" dirty="0"/>
          </a:p>
        </p:txBody>
      </p:sp>
      <p:sp>
        <p:nvSpPr>
          <p:cNvPr id="11" name="note box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3A2F"/>
                </a:solidFill>
              </a:rPr>
              <a:t>대시보드는 개발 폴더가 따로 없습니다 — 큰 변경 전에는 Claude 에게 backup 폴더에 사본을 남기게 하세요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하지 말 것 다섯 가지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운영 폴더 C:\Claude\PID 를 VS Code 로 열어 직접 고치기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robocopy /MIR — 운영 쪽 파일이 지워집니다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app\_data 를 덮거나 지우기 — 분석 기록이 사라집니다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python 을 한꺼번에 끄기 — 대시보드 서버도 python 입니다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.bat · requirements*.txt 에 한글 넣기 — Windows 가 깨져 읽습니다</a:t>
            </a:r>
            <a:endParaRPr lang="en-US" sz="1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D Guide">
  <a:themeElements>
    <a:clrScheme name="PID Guide">
      <a:dk1>
        <a:srgbClr val="1B2238"/>
      </a:dk1>
      <a:lt1>
        <a:srgbClr val="FFFFFF"/>
      </a:lt1>
      <a:dk2>
        <a:srgbClr val="1E2A5A"/>
      </a:dk2>
      <a:lt2>
        <a:srgbClr val="EEF1F8"/>
      </a:lt2>
      <a:accent1>
        <a:srgbClr val="2B44C9"/>
      </a:accent1>
      <a:accent2>
        <a:srgbClr val="168A5C"/>
      </a:accent2>
      <a:accent3>
        <a:srgbClr val="E8960C"/>
      </a:accent3>
      <a:accent4>
        <a:srgbClr val="D63A2F"/>
      </a:accent4>
      <a:accent5>
        <a:srgbClr val="6B7A99"/>
      </a:accent5>
      <a:accent6>
        <a:srgbClr val="C77700"/>
      </a:accent6>
      <a:hlink>
        <a:srgbClr val="2B44C9"/>
      </a:hlink>
      <a:folHlink>
        <a:srgbClr val="6B7A99"/>
      </a:folHlink>
    </a:clrScheme>
    <a:fontScheme name="PID Guid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P&amp;ID · 대시보드 운영 가이드</dc:title>
  <dc:subject>PptxGenJS Presentation</dc:subject>
  <dc:creator>PptxGenJS</dc:creator>
  <cp:lastModifiedBy>PptxGenJS</cp:lastModifiedBy>
  <cp:revision>1</cp:revision>
  <dcterms:created xsi:type="dcterms:W3CDTF">2026-10-08T07:56:45Z</dcterms:created>
  <dcterms:modified xsi:type="dcterms:W3CDTF">2026-10-08T07:56:45Z</dcterms:modified>
</cp:coreProperties>
</file>